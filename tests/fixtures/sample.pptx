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Notiz zur Folie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Regeln für gute Algorithmen</a:t>
            </a:r>
          </a:p>
          <a:p>
            <a:r>
              <a:t>Eindeutig und endlich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Zweite Folie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Scratch Beispiel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